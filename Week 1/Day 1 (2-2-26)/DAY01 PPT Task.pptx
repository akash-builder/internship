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1C8B-4A0C-EFD3-268D-A0834D0B3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94955-DF27-51F5-387A-271B5007F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EE434-E4A9-DE6A-A702-AA48D39D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8E8E1-03BE-4747-2A84-AF46A868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B5E3E-6275-F393-6FF5-A2669B54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38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AEBC-B251-2B87-FB4B-00EAE88B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F5582-E8AE-8FC0-E61C-D9DA9D48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2DFDA-BD2D-C9CF-A0FE-DD08FDB5F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154EE-A65A-5E79-740A-2C05FFF3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A2FA2-6DE3-A0B0-CCEA-1AE5E73E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96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47B3-12AA-0D22-50DF-1F98B896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6B8B7-DF25-D39C-4D76-EDD21B200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93727-2488-990E-0EA0-22B8A155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F6-48D0-636C-E6E2-E6DB7839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5332-5141-C44D-DF7A-2BEA46611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7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FF9F-ADBF-054C-86B4-8B679174A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65483-81A4-DA57-A24B-A2228793B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A8004-A548-E87B-BAC4-745CEFFC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91242-05F2-8FE8-722F-025FEE31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78CE1-06A6-37CE-E1F5-7A569121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4C408-1826-A47F-0D66-5BD855B4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8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628C-2CD6-4F07-1FF6-2C48FC7F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20216-964D-A132-EAFD-9ED17E134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5F713-DA72-64DA-7D63-485F5925E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D1FC8-2F3A-4625-E6E3-2FD65593C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F3CC48-42C6-5D91-9331-6DFC89D9D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D26A2-BECA-9947-3715-70B95940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8FB2A-B677-A562-FB80-A25B9EE8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FDEBB-F16F-F7BF-75DB-1F4B79D4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03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9341-EF93-D81F-1E29-7F9895823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5DF73A-373C-7DDB-BADC-543D8B3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DE2A1-9937-FA5F-109D-13648B12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741AA-EDC6-AB8F-0BAC-C972D275B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91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E987B-9BFB-BE6B-FEBC-5AFF1D4F5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3B65C-A519-B40C-B80D-03E25BF9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D6D83-DB92-95F3-4CB3-A8F6E3B9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38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386A-BAC8-755E-35FF-59DFA593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13C83-C332-9C7D-9124-F78D07462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6387D-BA26-528E-376F-626C3EB28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98600-50E4-CDF7-1E59-D74C7CDC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C5F41-7085-BE32-FD49-42ED9A32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885BB-8FC7-4CBA-0D79-84BD21CC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31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BE2BE-C638-9254-52D3-ACB8C588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FB146-51FB-310B-3AB8-8A28B2286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852BE-1A3F-78FF-70D2-FAC330C58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A1AAE-1EF7-1A82-A13E-A0EA2553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FA363-8F40-BFF9-2D14-75954721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BC3E-6066-3BA9-32C2-41E7C7BB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853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2CA7-F229-F7A6-9F94-4EF61F9E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5FDFC-2EFA-69C2-5763-9E8D0F533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9CC45-B1D3-8DB3-89D7-44D94B0F8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D75D7-B3C7-A8D7-B980-8695827B6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54774-0557-1777-F48A-84C7E922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65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CA684E-C56C-3D36-14F0-45612A6F7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F6F4D-D5DC-3C00-1320-A98B4C17E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703F6-892B-3E58-938E-5678AF7A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211E8-0762-30DB-8BF2-8486C701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DEB78-BB06-A912-44AD-2E7B6BE5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27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074D7-9612-2580-D50F-8A3CA532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CA7A3-236F-4995-7F40-74F8A3210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BB416-192D-CAAC-FCEF-E774FECFF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3E716-85DF-4996-B97F-57769577DC58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07936-0C5B-E964-CF44-7BE84E98E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018D2-4874-DBC4-E734-ED48EC0EC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9BBBE-E51B-483C-96A0-211E1302A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45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8A0F1-D1F8-1AF5-EAD8-EEB77E94B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630"/>
            <a:ext cx="9144000" cy="816428"/>
          </a:xfrm>
        </p:spPr>
        <p:txBody>
          <a:bodyPr>
            <a:normAutofit/>
          </a:bodyPr>
          <a:lstStyle/>
          <a:p>
            <a:r>
              <a:rPr lang="en-IN" sz="4000" b="1" dirty="0"/>
              <a:t>What is Data Science?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DF901-A48D-A3BA-C92D-32A974603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843" y="1371600"/>
            <a:ext cx="11299371" cy="4767942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an interdisciplinary domain that focuses on extracting actionable insights from large volumes of structured, semi-structured, and unstructured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concepts from statistics, mathematics, computer science, and domain expertise to analyze data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identify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support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science involves the complete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starting from data acquisition and preprocessing to modeling, visualization, and interpretation of results.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33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64613-DD6A-A3F9-B9BA-D323E8E3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What is Artificial Intelligence (AI)?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039F6-7829-E082-3503-061439A8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is a branch of computer science that aims to design systems capable of performing tasks that typically require human intelligence.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tasks include learning from experience, reasoning, problem solving, understanding natural language, recognizing images, and making autonomous decisions.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systems can be rule-based or data-driven and are widely used to automate complex processes and enhance efficiency.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1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5C23-865A-BD31-F917-2E0434FB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What is Machine Learning (ML)?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52AF-F7E4-A261-A953-A10E15BDA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is a subset of Artificial Intelligence that focuses on building algorithms that learn patterns from historical data and make predictions or decisions without being explicitly programmed.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improve their accuracy as more data becomes available. Common learning approaches include supervised learning, unsupervised learning, and reinforcement learning.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65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3714-D619-7787-5168-0FCC97406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Types of Data Analysis Before Solving a Business Problem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763F0-D242-1FF0-57E6-1521CE308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180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addressing any business problem, data analysis is performed in stages: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Analysis summarizes historical data to understand past performance.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Analysis investigates the root causes behind observed outcomes.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Analysis uses statistical and machine learning models to forecast future events.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Analysis suggests optimal actions by evaluating possible outcomes and constraints.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16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50CF-DE6A-33C9-9374-EA5FDD074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Data Science / AI Project Life Cycle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47B4-1025-0C95-2836-0229C2429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282"/>
            <a:ext cx="10515600" cy="492162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typical data science or AI project follows a structured life cycle: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requirement understanding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databases, APIs, or sensors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transformation, and preprocessing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to discover patterns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and training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validation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Deployment, monitoring, and continuous improvement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81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597A-2212-F31C-A35F-ECC55B631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Applications of Data Science, AI &amp; ML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95460-4B17-87EC-3A41-324E816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965"/>
            <a:ext cx="10515600" cy="464399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Science, AI, and ML are widely applied across industries: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image analysis, disease prediction, and patient monitoring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Fraud detection, credit risk assessment, algorithmic trading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&amp; E-commerce: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 systems, customer behavior analysis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Autonomous driving, traffic prediction, route optimization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Personalized learning platforms and performance analytics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797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0BBC-123B-4D9E-F1A0-72B2D838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What is Python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E82A7-6CD1-BC22-C874-011E96AC8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a high-level, interpreted, and general-purpose programming language known for its simplicity and readability.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multiple programming paradigms such as procedural, object-oriented, and functional programming.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its extensive libraries and community support, Python has become the preferred language for data science, artificial intelligence, machine learning, automation, and backend development.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190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3CA3-86AE-FA7E-0CD4-9489E589B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Advantages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ED07E-7581-2787-D88A-46173D7B0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offers several advantages that make it suitable for modern software development: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readable syntax reduces learning time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development and prototyping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ecosystem of libraries and frameworks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community and extensive documentation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Platform-independent and highly scalable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1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9BAC-3D4C-A3E6-680B-217D8A88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Features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C2B88-0BC6-7139-E17A-53D09C8E3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Python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 and dynamically typed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and modular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memory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standard library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and easily extensible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5BCB-35DF-F501-9F84-E925F92D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D8C5F-0F3C-D2CA-2382-6DFD97EF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Libraries Used for Data Science, AI &amp; ML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1CDBD-E2E7-A339-E455-814767C1C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powerful libraries for data-driven applications: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numerical and array computations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manipulation and preprocessing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&amp; Seaborn: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visualization and analysis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algorithms and evaluation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and neural networks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16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C6A1-00EC-4E28-E91A-E4B140183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CDAE-3285-B157-9A68-D900DE453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Roles We Can Explore in DS / AI / ML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43329-9C2B-E736-5934-02FA5D175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opportunities in this domain include: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Interprets data and generates reports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Builds predictive and analytical models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Engineer: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Deploys and optimizes ML models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Engineer: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Develops intelligent and autonomous systems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Analyst: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strategic decisions using data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611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D71B1-A95D-2F11-03D1-DD9BE25EB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6F66-E20D-A1E5-0B6F-E351222C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Rules of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7A23-547A-0098-16A1-918DF6869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programming practices are essential for software quality: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understand the problem before coding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clean, readable, and modular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naming conventions and coding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code using comments and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Test, debug, and optimize programs regularly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136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723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What is Data Science?</vt:lpstr>
      <vt:lpstr>What is Artificial Intelligence (AI)?</vt:lpstr>
      <vt:lpstr>What is Machine Learning (ML)?</vt:lpstr>
      <vt:lpstr>Types of Data Analysis Before Solving a Business Problem</vt:lpstr>
      <vt:lpstr>Data Science / AI Project Life Cycle</vt:lpstr>
      <vt:lpstr>Applications of Data Science, AI &amp; ML</vt:lpstr>
      <vt:lpstr>What is Python Programming?</vt:lpstr>
      <vt:lpstr>Advantages of Python</vt:lpstr>
      <vt:lpstr>Features of Python</vt:lpstr>
      <vt:lpstr>Libraries Used for Data Science, AI &amp; ML</vt:lpstr>
      <vt:lpstr>Roles We Can Explore in DS / AI / ML</vt:lpstr>
      <vt:lpstr>Rules of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Hemanth Gowda C</dc:creator>
  <cp:lastModifiedBy>Hemanth Gowda C</cp:lastModifiedBy>
  <cp:revision>1</cp:revision>
  <dcterms:created xsi:type="dcterms:W3CDTF">2026-02-02T15:33:02Z</dcterms:created>
  <dcterms:modified xsi:type="dcterms:W3CDTF">2026-02-02T15:36:57Z</dcterms:modified>
</cp:coreProperties>
</file>